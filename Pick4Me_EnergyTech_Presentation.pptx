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53035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⚡ YUVA YODHA ENERGY TECH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Pick4Me</a:t>
            </a:r>
          </a:p>
          <a:p>
            <a:pPr>
              <a:defRPr sz="2200" b="1">
                <a:solidFill>
                  <a:srgbClr val="0D9488"/>
                </a:solidFill>
                <a:latin typeface="Arial"/>
              </a:defRPr>
            </a:pPr>
            <a:r>
              <a:t>Zero-Emission Hyperlocal Logistics &amp; Smart Campus Supply Network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Empowering Local Campus Commerce &amp; Everyday Commuters via 2-Stage Escrow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9768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🎯 CHALLENGE TRACK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Smart Buildings &amp;</a:t>
            </a:r>
            <a:br/>
            <a:r>
              <a:t>Clean Intra-Campus Mobility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29768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🌱 CORE SUSTAINABILITY IMPACT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100% Zero-Emission Deliveries</a:t>
            </a:r>
            <a:br/>
            <a:r>
              <a:t>Via Pedestrian Commuter Foot-Traffic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297680"/>
            <a:ext cx="33832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👥 PROJECT LEAD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Abhishek Kanadje &amp; Team</a:t>
            </a:r>
            <a:br/>
            <a:r>
              <a:t>Email: abhishekkanadje7@gmail.com</a:t>
            </a:r>
            <a:br/>
            <a:r>
              <a:t>Live: pick4me-l868.onrender.com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YUVA YODHA ENERGY TECH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The Problem: Inefficient Last-Mile Logistics in Campuses &amp; Buildings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🚗 High Fossil Fuel Consumption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Commercial delivery services (Swiggy, Zepto, Blinkit) deploy dedicated petrol two-wheelers for tiny, low-value items (stationery, printouts, snacks, medicines).</a:t>
            </a:r>
            <a:br/>
            <a:br/>
            <a:r>
              <a:t>Single-item vehicular trips create excessive fuel burning and carbon footprints per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3891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🏭 Pollution &amp; Traffic Congestion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Motorized delivery fleets create severe noise and air pollution inside residential university hostels, academic zones, and smart building townships.</a:t>
            </a:r>
            <a:br/>
            <a:br/>
            <a:r>
              <a:t>Most commercial delivery agents are blocked at campus entrance gates, failing room-to-room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74720" cy="43891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💸 Excessive Surge &amp; Invisibility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High minimum order limits and surge delivery fees penalize students buying small daily essentials.</a:t>
            </a:r>
            <a:br/>
            <a:br/>
            <a:r>
              <a:t>Local on-campus vendors and stationery canteens remain invisible without an affordable digital storefront.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YUVA YODHA ENERGY TECH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Our Vision: Decarbonizing Campus Mobility via Crowdsourcing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D9488"/>
                </a:solidFill>
              </a:defRPr>
            </a:pPr>
            <a:r>
              <a:t>🌱 The Green Logistics Hypothesis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Every day, thousands of students, researchers, and campus residents walk between gates, libraries, academic complexes, and hostels with empty bags.</a:t>
            </a:r>
            <a:br/>
            <a:br/>
            <a:r>
              <a:t>Instead of burning fuel with new delivery vehicles, why not monetize these existing daily pedestrian walking routes?</a:t>
            </a:r>
            <a:br/>
            <a:br/>
            <a:r>
              <a:t>Pick4Me harnesses this natural human mobility to achieve a 100% zero-emission micro-delivery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15E59"/>
                </a:solidFill>
              </a:defRPr>
            </a:pPr>
            <a:r>
              <a:t>⚡ Alignment with Smart Buildings &amp; Energy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Zero Capital &amp; Vehicle Emissions: Eliminates fuel-burning transport fleets from the campus footprint.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Micro-Supply Chain for Smart Townships: Connects local campus retail with residential hostel rooms seamlessly.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Energy Efficiency per Delivery: Energy expenditure = 0 kWh fossil energy (pure human routine transit).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Circular Campus Economy: Keeps commerce and delivery rewards circulating within the student community.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YUVA YODHA ENERGY TECH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The Pick4Me Solution: 3-Party Peer Commerce &amp; Logistics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🛍️ Customer A (Buyer)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• Places orders from campus stores or posts custom errands</a:t>
            </a:r>
            <a:br/>
            <a:r>
              <a:t>• Pays 100% advance into secure Admin Escrow</a:t>
            </a:r>
            <a:br/>
            <a:r>
              <a:t>• Holds private 4-digit Delivery Handover OTP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🏪 Store Merchant (Shop)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• Catalogs stationery, lab manuals, canteens &amp; pharmacy</a:t>
            </a:r>
            <a:br/>
            <a:r>
              <a:t>• Hands over item to Customer B at shop counter</a:t>
            </a:r>
            <a:br/>
            <a:r>
              <a:t>• Receives 100% item cost automatically into Store Wallet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🚴 Customer B (Commuter)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• Browses 'Deliver &amp; Earn' board along their daily walking route</a:t>
            </a:r>
            <a:br/>
            <a:r>
              <a:t>• Claims delivery, collects from store, delivers to room</a:t>
            </a:r>
            <a:br/>
            <a:r>
              <a:t>• Receives delivery reward (+ Speed Bonus) into personal Wallet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🛡️ Central Admin Escrow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• Holds advance funds securely via UPI Gateway</a:t>
            </a:r>
            <a:br/>
            <a:r>
              <a:t>• Executes 2-Stage automated autonomous payouts</a:t>
            </a:r>
            <a:br/>
            <a:r>
              <a:t>• Monitors KYC verification and campus trust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YUVA YODHA ENERGY TECH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End-to-End Workflow: 2-Stage Autonomous Escrow Settlement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5E59"/>
                </a:solidFill>
              </a:defRPr>
            </a:pPr>
            <a:r>
              <a:t>STEP 1: 1. Order &amp; Escrow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Customer A orders lab manual &amp; pays ₹120 item + ₹35 reward = ₹155 to Admin Escrow.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6984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5E59"/>
                </a:solidFill>
              </a:defRPr>
            </a:pPr>
            <a:r>
              <a:t>STEP 2: 2. Commuter Claim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Customer B (fellow student walking near shop) claims task on 'Deliver &amp; Earn' 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5E59"/>
                </a:solidFill>
              </a:defRPr>
            </a:pPr>
            <a:r>
              <a:t>STEP 3: 3. Stage 1 Handover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Customer B picks up item at store. Shopkeeper confirms &amp; ₹120 is credited to Shopkeeper Wallet!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5E59"/>
                </a:solidFill>
              </a:defRPr>
            </a:pPr>
            <a:r>
              <a:t>STEP 4: 4. Stage 2 Handover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Customer B delivers to Customer A room. Customer A shares 4-digit OTP &amp; ₹35 (+Bonus) is credited to Customer B Wallet!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YUVA YODHA ENERGY TECH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Core Technological &amp; Operational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📍 Dynamic Distance Tiers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Fair, automated base reward calculations across campus zones:</a:t>
            </a:r>
            <a:br/>
            <a:r>
              <a:t>• 0-1 km: ₹20 Base (25m Target SLA)</a:t>
            </a:r>
            <a:br/>
            <a:r>
              <a:t>• 1-2.5 km: ₹35 Base (35m Target SLA)</a:t>
            </a:r>
            <a:br/>
            <a:r>
              <a:t>• 2.5-5 km+: ₹55 Base (50m Target SLA)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⚡ Smart Speed Bonus Engine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Incentivizes rapid peer handovers:</a:t>
            </a:r>
            <a:br/>
            <a:r>
              <a:t>• Superfast Delivery (&lt; 65% SLA): +₹10 Speed Bonus credited automatically!</a:t>
            </a:r>
            <a:br/>
            <a:r>
              <a:t>• Late Delivery (&gt; 140% SLA): -₹10 Late Penalty</a:t>
            </a:r>
            <a:br/>
            <a:r>
              <a:t>• Urgent Rush Mode (+₹15 Priority Surge)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🛡️ 2-Stage Handover OTP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100% Anti-Fraud Protection:</a:t>
            </a:r>
            <a:br/>
            <a:r>
              <a:t>• Eliminates order cancellations &amp; disputes</a:t>
            </a:r>
            <a:br/>
            <a:r>
              <a:t>• Funds released only upon physical item delivery verification via 4-digit private OTP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6908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💰 Real-Time Wallet Settlement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Autonomous transaction ledger with instant balance credit for merchants and student commuters, with zero manual intervention.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YUVA YODHA ENERGY TECH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Technical Stack &amp; Robust Production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5E59"/>
                </a:solidFill>
              </a:defRPr>
            </a:pPr>
            <a:r>
              <a:t>💻 Frontend Layer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HTML5, CSS3 Variables, Flexbox/Grid, Vanilla JS, Micro-Animations &amp; Scroll Reveal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5780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5E59"/>
                </a:solidFill>
              </a:defRPr>
            </a:pPr>
            <a:r>
              <a:t>💻 Backend Core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Python 3.10+, Flask 3.0 Web Framework, Jinja2 Templating Engine, REST API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25780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5E59"/>
                </a:solidFill>
              </a:defRPr>
            </a:pPr>
            <a:r>
              <a:t>💻 Data Persistence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SQLite3 with Foreign Key Constraints, Transactional Integrity &amp; Ledger Consistency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291840"/>
            <a:ext cx="525780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5E59"/>
                </a:solidFill>
              </a:defRPr>
            </a:pPr>
            <a:r>
              <a:t>💻 Security &amp; Auth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PBKDF2:SHA256 Password Hashing, 2-Stage 4-Digit OTP, Escrow Fund Isolation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25780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5E59"/>
                </a:solidFill>
              </a:defRPr>
            </a:pPr>
            <a:r>
              <a:t>💻 Payment &amp; Gateway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UPI QR Code &amp; VPA Gateway Integration (7387157739@upi)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754880"/>
            <a:ext cx="525780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5E59"/>
                </a:solidFill>
              </a:defRPr>
            </a:pPr>
            <a:r>
              <a:t>💻 Cloud &amp; Deployment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Gunicorn WSGI Server, Render Cloud Service, Git CI/CD automated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YUVA YODHA ENERGY TECH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Live Working Platform Showcase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🛍️ Amazon-Style Storefront</a:t>
            </a:r>
          </a:p>
          <a:p>
            <a:br/>
            <a:pPr>
              <a:defRPr sz="1150">
                <a:solidFill>
                  <a:srgbClr val="64748B"/>
                </a:solidFill>
              </a:defRPr>
            </a:pPr>
            <a:r>
              <a:t>Real-time search, filters, category tabs, and interactive shopping cart.</a:t>
            </a:r>
            <a:br/>
            <a:br/>
            <a:r>
              <a:t>✓ 100% Automated Unit &amp; Integration Tests Passed (`test_workflow.py`)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🚴 'Deliver &amp; Earn' Board</a:t>
            </a:r>
          </a:p>
          <a:p>
            <a:br/>
            <a:pPr>
              <a:defRPr sz="1150">
                <a:solidFill>
                  <a:srgbClr val="64748B"/>
                </a:solidFill>
              </a:defRPr>
            </a:pPr>
            <a:r>
              <a:t>Live marketplace for student commuters to claim nearby deliveries on route.</a:t>
            </a:r>
            <a:br/>
            <a:br/>
            <a:r>
              <a:t>✓ 100% Automated Unit &amp; Integration Tests Passed (`test_workflow.py`)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🛡️ 2-Stage Escrow Timeline</a:t>
            </a:r>
          </a:p>
          <a:p>
            <a:br/>
            <a:pPr>
              <a:defRPr sz="1150">
                <a:solidFill>
                  <a:srgbClr val="64748B"/>
                </a:solidFill>
              </a:defRPr>
            </a:pPr>
            <a:r>
              <a:t>Visual milestone tracker showing Shop Pickup &amp; Customer Delivery stages.</a:t>
            </a:r>
            <a:br/>
            <a:br/>
            <a:r>
              <a:t>✓ 100% Automated Unit &amp; Integration Tests Passed (`test_workflow.py`)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606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💰 Autonomous Wallet Ledger</a:t>
            </a:r>
          </a:p>
          <a:p>
            <a:br/>
            <a:pPr>
              <a:defRPr sz="1150">
                <a:solidFill>
                  <a:srgbClr val="64748B"/>
                </a:solidFill>
              </a:defRPr>
            </a:pPr>
            <a:r>
              <a:t>Complete financial history, payout breakdown, and instant withdrawal.</a:t>
            </a:r>
            <a:br/>
            <a:br/>
            <a:r>
              <a:t>✓ 100% Automated Unit &amp; Integration Tests Passed (`test_workflow.py`)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YUVA YODHA ENERGY TECH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Measurable Energy Savings &amp; Environmental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060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D9488"/>
                </a:solidFill>
              </a:defRPr>
            </a:pPr>
            <a:r>
              <a:t>0.15 kg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CO2 Saved Per Delivery</a:t>
            </a:r>
          </a:p>
          <a:p>
            <a:br/>
            <a:pPr>
              <a:defRPr sz="1150">
                <a:solidFill>
                  <a:srgbClr val="64748B"/>
                </a:solidFill>
              </a:defRPr>
            </a:pPr>
            <a:r>
              <a:t>Compared to standard petrol two-wheeler deliveries (1.5 km trip).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060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54.75 Tons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Annual CO2 Avoided</a:t>
            </a:r>
          </a:p>
          <a:p>
            <a:br/>
            <a:pPr>
              <a:defRPr sz="1150">
                <a:solidFill>
                  <a:srgbClr val="64748B"/>
                </a:solidFill>
              </a:defRPr>
            </a:pPr>
            <a:r>
              <a:t>Per average university campus with 1,000 daily crowdsourced peer errands.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6060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D9488"/>
                </a:solidFill>
              </a:defRPr>
            </a:pPr>
            <a:r>
              <a:t>18,000+ Liters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Petrol Conserved</a:t>
            </a:r>
          </a:p>
          <a:p>
            <a:br/>
            <a:pPr>
              <a:defRPr sz="1150">
                <a:solidFill>
                  <a:srgbClr val="64748B"/>
                </a:solidFill>
              </a:defRPr>
            </a:pPr>
            <a:r>
              <a:t>Zero fossil fuel consumed for intra-campus and township deliveries.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6060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100%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Zero Extra Vehicles</a:t>
            </a:r>
          </a:p>
          <a:p>
            <a:br/>
            <a:pPr>
              <a:defRPr sz="1150">
                <a:solidFill>
                  <a:srgbClr val="64748B"/>
                </a:solidFill>
              </a:defRPr>
            </a:pPr>
            <a:r>
              <a:t>Zero fleet congestion or noise pollution inside academic &amp; residential premises.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YUVA YODHA ENERGY TECH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Business Model, Monetization &amp; 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💰 Revenue Model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• 5% Platform Convenience Fee on delivery rewards</a:t>
            </a:r>
            <a:br/>
            <a:r>
              <a:t>• Promoted store listings for local merchants</a:t>
            </a:r>
            <a:br/>
            <a:r>
              <a:t>• Zero vehicle asset overhead or maintenance costs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📈 High Campus Scalability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• Replicable across 500+ Indian university campuses, engineering colleges, and gated corporate parks</a:t>
            </a:r>
            <a:br/>
            <a:r>
              <a:t>• Requires zero physical infrastructure or vehicle capex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🤝 Community Multiplier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• Empowers local small businesses to compete with quick-commerce giants</a:t>
            </a:r>
            <a:br/>
            <a:r>
              <a:t>• Enables students to earn flexible micro-incomes on routine routes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YUVA YODHA ENERGY TECH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Implementation &amp; Future Development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5E59"/>
                </a:solidFill>
              </a:defRPr>
            </a:pPr>
            <a:r>
              <a:t>Phase 1: Foundation (COMPLETED &amp; LIVE)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Full 3-Party Peer Marketplace &amp; Store Cataloging</a:t>
            </a:r>
            <a:br/>
            <a:r>
              <a:t>• 2-Stage Automated Escrow Handover &amp; 4-Digit OTP</a:t>
            </a:r>
            <a:br/>
            <a:r>
              <a:t>• Dynamic Distance &amp; Time SLA Speed Bonus Engine</a:t>
            </a:r>
            <a:br/>
            <a:r>
              <a:t>• Production Cloud Deployment on Render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69848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Phase 2: Smart Campus IoT Integration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Smart QR Lockers in hostel lobbies for asynchronous drop-off</a:t>
            </a:r>
            <a:br/>
            <a:r>
              <a:t>• WhatsApp / Telegram Bot notification alerts</a:t>
            </a:r>
            <a:br/>
            <a:r>
              <a:t>• AI-assisted commuter route matching &amp; batch errands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Phase 3: Multi-Institution Scaling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Expansion to 50+ university campuses and tech hubs</a:t>
            </a:r>
            <a:br/>
            <a:r>
              <a:t>• Institutional carbon credit tracking &amp; sustainability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Pick4Me — Transforming Everyday Commutes into Zero-Emission Deliveries</a:t>
            </a:r>
          </a:p>
          <a:p>
            <a:br/>
            <a:pPr>
              <a:defRPr sz="1400">
                <a:solidFill>
                  <a:srgbClr val="E2E8F0"/>
                </a:solidFill>
              </a:defRPr>
            </a:pPr>
            <a:r>
              <a:t>👥 Team Members:</a:t>
            </a:r>
            <a:br/>
            <a:r>
              <a:t>• Abhishek Kanadje (Project Lead &amp; Full-Stack Architect)</a:t>
            </a:r>
            <a:br/>
            <a:r>
              <a:t>• Email: abhishekkanadje7@gmail.com</a:t>
            </a:r>
            <a:br/>
            <a:br/>
            <a:r>
              <a:t>🌐 Live Application &amp; Source Code Links:</a:t>
            </a:r>
            <a:br/>
            <a:r>
              <a:t>• Live Application Demo: https://pick4me-l868.onrender.com</a:t>
            </a:r>
            <a:br/>
            <a:r>
              <a:t>• GitHub Repository: https://github.com/abhishekkanadje7/Pick4Me</a:t>
            </a:r>
            <a:br/>
            <a:br/>
            <a:r>
              <a:t>Thank you! We welcome your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